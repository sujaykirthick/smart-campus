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to Amrita Events (Genesis), an integrated institutional platform for event approvals, clash-free hall bookings, and verified digital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Campus event workflows currently suffer from fragmented communication, double-booked halls, and manual, unverifiable OD attendance chasing.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unified, single-flow lifecycle from club proposal and clash-free approval to live QR check-in, verified OD export, and AI post-mortems.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feature set covering hall clash prevention, fest controls, auto-waitlist promotion, verified digital passes, and feedback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walkthrough of the 4 key stages: proposal submission, admin approval, student QR pass issuance, and door scanning with instant OD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 a full-stack Next.js and Supabase architecture, leveraging PostgreSQL exclusion constraints and server-side Gemini 2.5 Flash.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Engineered with database-level exclusion constraints for zero hall clashes, atomic waitlist promotion, and cryptographically verified check-ins.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AI analyzes verified attendee reviews and historical attendance rates to provide grounded post-mortems and overbooking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Integration with the campus digital twin allows students to locate and navigate to booked auditoriums directly from their digital event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core system is live and verified; our next phase focuses on institutional SSO integration, push notifications, and automated faculty OD 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09728" cy="429768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3327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A4161A"/>
                </a:solidFill>
                <a:latin typeface="Calibri"/>
              </a:defRPr>
            </a:pPr>
            <a:r>
              <a:t>GENESIS'26 REVIEW</a:t>
            </a:r>
          </a:p>
          <a:p>
            <a:pPr>
              <a:spcAft>
                <a:spcPts val="1800"/>
              </a:spcAft>
              <a:defRPr sz="3600" b="1">
                <a:solidFill>
                  <a:srgbClr val="A4161A"/>
                </a:solidFill>
                <a:latin typeface="Calibri"/>
              </a:defRPr>
            </a:pPr>
            <a:r>
              <a:t>Amrita Events: One Verified Platform for Campus Events, Halls and Attendance</a:t>
            </a:r>
          </a:p>
          <a:p>
            <a:pPr>
              <a:defRPr sz="2000">
                <a:solidFill>
                  <a:srgbClr val="171717"/>
                </a:solidFill>
                <a:latin typeface="Calibri"/>
              </a:defRPr>
            </a:pPr>
            <a:r>
              <a:t>A unified institutional portal replacing fragmented announcements, double-booked auditoriums, and paper-based on-duty attendance.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480560"/>
            <a:ext cx="10332720" cy="109728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A4161A"/>
                </a:solidFill>
                <a:latin typeface="Calibri"/>
              </a:defRPr>
            </a:pPr>
            <a:r>
              <a:t>Team: [Team Name / Number]</a:t>
            </a:r>
          </a:p>
          <a:p>
            <a:pPr>
              <a:defRPr sz="1600">
                <a:solidFill>
                  <a:srgbClr val="646464"/>
                </a:solidFill>
                <a:latin typeface="Calibri"/>
              </a:defRPr>
            </a:pPr>
            <a:r>
              <a:t>Members: [Member 1, Member 2, Member 3, Member 4]  •  Amrita Vishwa Vidyapeetham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The Problem: Fragmented Campus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Fragmented Channels: Events are announced across disparate WhatsApp groups and Instagram stories, causing students to miss key deadlines.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Venue Double-Booking: Multiple clubs frequently reserve the same hall or auditorium due to lack of a real-time availability calendar.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Unverified OD Process: On-Duty (OD) letters are chased via manual paper signatures and unverified spreadsheets, leading to delays and proxy attendance.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Redundant Coordination: Organizers repeatedly recreate proposal forms, volunteer rosters, and check-in sheets for every single event.</a:t>
            </a:r>
          </a:p>
          <a:p>
            <a:pPr>
              <a:spcAft>
                <a:spcPts val="1800"/>
              </a:spcAft>
              <a:defRPr sz="2100" b="1">
                <a:solidFill>
                  <a:srgbClr val="A4161A"/>
                </a:solidFill>
                <a:latin typeface="Calibri"/>
              </a:defRPr>
            </a:pPr>
            <a:r>
              <a:t>•  [Survey result: X% of N students missed a major campus event due to fragmented communication]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Our Solution: One Unified Event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1. Propose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Club submits event</a:t>
            </a:r>
            <a:br/>
            <a:r>
              <a:t>&amp; requests hall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68296" y="3200400"/>
            <a:ext cx="146304" cy="274320"/>
          </a:xfrm>
          <a:prstGeom prst="rightArrow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1176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1176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2. 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Student Welfare</a:t>
            </a:r>
            <a:br/>
            <a:r>
              <a:t>reviews &amp; approves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87952" y="3200400"/>
            <a:ext cx="146304" cy="274320"/>
          </a:xfrm>
          <a:prstGeom prst="rightArrow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3.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Students register</a:t>
            </a:r>
            <a:br/>
            <a:r>
              <a:t>(waitlist if full)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7608" y="3200400"/>
            <a:ext cx="146304" cy="274320"/>
          </a:xfrm>
          <a:prstGeom prst="rightArrow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4. Check-In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Door QR scan via</a:t>
            </a:r>
            <a:br/>
            <a:r>
              <a:t>authorized phones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27264" y="3200400"/>
            <a:ext cx="146304" cy="274320"/>
          </a:xfrm>
          <a:prstGeom prst="rightArrow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5. Export 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4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Verified attendance</a:t>
            </a:r>
            <a:br/>
            <a:r>
              <a:t>exported to CSV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46920" y="3200400"/>
            <a:ext cx="146304" cy="274320"/>
          </a:xfrm>
          <a:prstGeom prst="rightArrow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1920240"/>
            <a:ext cx="160020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920240"/>
            <a:ext cx="1600200" cy="59436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6.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651760"/>
            <a:ext cx="14173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700">
                <a:solidFill>
                  <a:srgbClr val="171717"/>
                </a:solidFill>
                <a:latin typeface="Calibri"/>
              </a:defRPr>
            </a:pPr>
            <a:r>
              <a:t>Gemini AI synthesizes</a:t>
            </a:r>
            <a:br/>
            <a:r>
              <a:t>reviews &amp; 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212080"/>
            <a:ext cx="10728655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900" b="1">
                <a:solidFill>
                  <a:srgbClr val="A4161A"/>
                </a:solidFill>
                <a:latin typeface="Calibri"/>
              </a:defRPr>
            </a:pPr>
            <a:r>
              <a:t>A single unbroken lifecycle: Zero paper forms, zero double-booked venues, and 100% verified on-duty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Key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Public Clash-Free Hall Calendar: Real-time auditorium availability preventing scheduling conflicts before submission.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Proposal &amp; Approval Workflow: Departmental review with mandatory re-approval triggers whenever date, time, or venue changes.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Fest Controls &amp; Registration Engine: Dynamic fest toggles by Student Welfare with automated waitlist promotion on cancellations.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Volunteer Management &amp; QR Scanner: Organizer-approved volunteer scanning rosters with time-window-enforced camera check-ins.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Verified OD Export &amp; AI Insights: One-click CSV export of audited check-in logs paired with Gemini-generated event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System Walkthrough &amp;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14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4161A"/>
                </a:solidFill>
                <a:latin typeface="Calibri"/>
              </a:defRPr>
            </a:pPr>
            <a:r>
              <a:t>Step 1: Club Proposes</a:t>
            </a:r>
          </a:p>
          <a:p>
            <a:pPr algn="ctr">
              <a:defRPr sz="1100">
                <a:solidFill>
                  <a:srgbClr val="171717"/>
                </a:solidFill>
                <a:latin typeface="Calibri"/>
              </a:defRPr>
            </a:pPr>
            <a:r>
              <a:t>Club Submits Event &amp; Hall Request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251460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Event Proposal &amp; Clash Check]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1691640"/>
            <a:ext cx="2514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4161A"/>
                </a:solidFill>
                <a:latin typeface="Calibri"/>
              </a:defRPr>
            </a:pPr>
            <a:r>
              <a:t>Step 2: Welfare Approves</a:t>
            </a:r>
          </a:p>
          <a:p>
            <a:pPr algn="ctr">
              <a:defRPr sz="1100">
                <a:solidFill>
                  <a:srgbClr val="171717"/>
                </a:solidFill>
                <a:latin typeface="Calibri"/>
              </a:defRPr>
            </a:pPr>
            <a:r>
              <a:t>Student Welfare Approves 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2468880"/>
            <a:ext cx="251460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Welfare Approval Queue]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691640"/>
            <a:ext cx="2514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4161A"/>
                </a:solidFill>
                <a:latin typeface="Calibri"/>
              </a:defRPr>
            </a:pPr>
            <a:r>
              <a:t>Step 3: Student Registers</a:t>
            </a:r>
          </a:p>
          <a:p>
            <a:pPr algn="ctr">
              <a:defRPr sz="1100">
                <a:solidFill>
                  <a:srgbClr val="171717"/>
                </a:solidFill>
                <a:latin typeface="Calibri"/>
              </a:defRPr>
            </a:pPr>
            <a:r>
              <a:t>Student Registers &amp; Receives QR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2468880"/>
            <a:ext cx="251460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Digital QR Pass &amp; Waitlist]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3688" y="1691640"/>
            <a:ext cx="2514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4161A"/>
                </a:solidFill>
                <a:latin typeface="Calibri"/>
              </a:defRPr>
            </a:pPr>
            <a:r>
              <a:t>Step 4: Scanner &amp; OD</a:t>
            </a:r>
          </a:p>
          <a:p>
            <a:pPr algn="ctr">
              <a:defRPr sz="1100">
                <a:solidFill>
                  <a:srgbClr val="171717"/>
                </a:solidFill>
                <a:latin typeface="Calibri"/>
              </a:defRPr>
            </a:pPr>
            <a:r>
              <a:t>Organizer Scans &amp; Exports Verified 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33688" y="2468880"/>
            <a:ext cx="2514600" cy="384048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Live Scanner &amp; OD CSV Export]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Production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Frontend Application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Next.js 16 (App Router, Turbopack, TypeScript), Tailwind CSS, Lucide Icons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73736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Backend &amp; Database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Supabase (PostgreSQL 15, Auth, Storage, Serverless Functions)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Database Security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Row Level Security (RLS) policies and PostgreSQL exclusion triggers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324612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QR Pass &amp; Scanner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qrcode.react (SVG generation) and html5-qrcode (live camera feed scanner)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5488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AI Intelligence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Google Gemini API (gemini-2.5-flash) with server-side caching &amp; retry backoff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4754880"/>
            <a:ext cx="52120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spcAft>
                <a:spcPts val="400"/>
              </a:spcAft>
              <a:defRPr sz="2000" b="1">
                <a:solidFill>
                  <a:srgbClr val="A4161A"/>
                </a:solidFill>
                <a:latin typeface="Calibri"/>
              </a:defRPr>
            </a:pPr>
            <a:r>
              <a:t>Cloud Infrastructure</a:t>
            </a:r>
          </a:p>
          <a:p>
            <a:pPr>
              <a:defRPr sz="1700">
                <a:solidFill>
                  <a:srgbClr val="171717"/>
                </a:solidFill>
                <a:latin typeface="Calibri"/>
              </a:defRPr>
            </a:pPr>
            <a:r>
              <a:t>Vercel Edge Platform and Supabase Managed Cloud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Engineering Decisions: Integrity &amp;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Postgres Exclusion Constraints: Venue collisions are physically prevented at the database engine level, making double-approvals impossible.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Trigger-Enforced State Machine: Approval status transitions and re-approval resets on schedule edits are strictly enforced via DB triggers.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Cryptographic QR Security: Random 24-byte tokens validated server-side, restricted to authorized coordinators within an active time window.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Atomic Waitlist Promotion: Database-level transactions ensure immediate, race-condition-free promotion to confirmed status upon cancellation.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Deterministic Roll Parsing: Student department, batch, and section are derived directly from validated university roll number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AI Integration: Grounded Feedback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217920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Qualitative Synthesis: Gemini extracts recurring themes, operational strengths, and bottlenecks from student reviews.</a:t>
            </a:r>
          </a:p>
          <a:p>
            <a:pPr>
              <a:spcAft>
                <a:spcPts val="12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SQL-Grounded Advice: Advice derives directly from computed database metrics (turnout, capacity, no-show rate), not guesses.</a:t>
            </a:r>
          </a:p>
          <a:p>
            <a:pPr>
              <a:spcAft>
                <a:spcPts val="12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Verified Reviews Only: Only attendees marked checked-in by door scanners can submit reviews, eliminating fake feedback.</a:t>
            </a:r>
          </a:p>
          <a:p>
            <a:pPr>
              <a:spcAft>
                <a:spcPts val="12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Strict Prompt Isolation: Review comments are treated strictly as untrusted evaluation data, never as executable instructions.</a:t>
            </a:r>
          </a:p>
          <a:p>
            <a:pPr>
              <a:spcAft>
                <a:spcPts val="1200"/>
              </a:spcAft>
              <a:defRPr sz="2000">
                <a:solidFill>
                  <a:srgbClr val="171717"/>
                </a:solidFill>
                <a:latin typeface="Calibri"/>
              </a:defRPr>
            </a:pPr>
            <a:r>
              <a:t>•  Auditable Verification: AI summaries are cached and displayed right next to raw attendance numbers for auditability.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691640"/>
            <a:ext cx="4236415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Event Insights &amp; AI Synthesis]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Campus Digital Twin: Spatial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217920" cy="438912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 b="1">
                <a:solidFill>
                  <a:srgbClr val="A4161A"/>
                </a:solidFill>
                <a:latin typeface="Calibri"/>
              </a:defRPr>
            </a:pPr>
            <a:r>
              <a:t>Status: Working Integration  |  Planned: Indoor 3D Turn-by-Turn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62179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Spatial Campus Mapping: Digital model representing campus blocks, auditoriums, and seminar halls.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One-Tap Venue Pinning: Registered students tap 'Locate Venue' directly from their digital pass to view hall coordinates.</a:t>
            </a:r>
          </a:p>
          <a:p>
            <a:pPr>
              <a:spcAft>
                <a:spcPts val="1800"/>
              </a:spcAft>
              <a:defRPr sz="2100">
                <a:solidFill>
                  <a:srgbClr val="171717"/>
                </a:solidFill>
                <a:latin typeface="Calibri"/>
              </a:defRPr>
            </a:pPr>
            <a:r>
              <a:t>•  Frictionless Wayfinding: Helps first-year students and external fest attendees locate venues without confusion.</a:t>
            </a:r>
          </a:p>
          <a:p>
            <a:pPr>
              <a:spcAft>
                <a:spcPts val="1800"/>
              </a:spcAft>
              <a:defRPr sz="2100" b="1">
                <a:solidFill>
                  <a:srgbClr val="A4161A"/>
                </a:solidFill>
                <a:latin typeface="Calibri"/>
              </a:defRPr>
            </a:pPr>
            <a:r>
              <a:t>•  [Working: Live venue coordinate pin  •  Planned: Multi-floor indoor path routing]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91640"/>
            <a:ext cx="4236415" cy="4572000"/>
          </a:xfrm>
          <a:prstGeom prst="rect">
            <a:avLst/>
          </a:prstGeom>
          <a:solidFill>
            <a:srgbClr val="F5F5F5"/>
          </a:solidFill>
          <a:ln w="1905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46464"/>
                </a:solidFill>
                <a:latin typeface="Calibri"/>
              </a:defRPr>
            </a:pPr>
            <a:r>
              <a:t>[Screenshot: Campus Digital Twin &amp; Venue Locator]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4161A"/>
                </a:solidFill>
                <a:latin typeface="Calibri"/>
              </a:defRPr>
            </a:pPr>
            <a:r>
              <a:t>AMRITA EVENTS • GENESIS'26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A4161A"/>
                </a:solidFill>
                <a:latin typeface="Calibri"/>
              </a:defRPr>
            </a:pPr>
            <a:r>
              <a:t>Current Status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502920"/>
            <a:ext cx="1097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46464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D7D7D7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212080" cy="502920"/>
          </a:xfrm>
          <a:prstGeom prst="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A4161A"/>
                </a:solidFill>
                <a:latin typeface="Calibri"/>
              </a:defRPr>
            </a:pPr>
            <a:r>
              <a:t>BUILT &amp; RUNNING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End-to-end event workflow running in production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Clash-free hall booking &amp; Student Welfare approval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QR pass check-in &amp; instant OD CSV export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Gemini AI post-event qualitative synthesis</a:t>
            </a:r>
          </a:p>
          <a:p>
            <a:pPr>
              <a:spcAft>
                <a:spcPts val="1000"/>
              </a:spcAft>
              <a:defRPr sz="1800">
                <a:solidFill>
                  <a:srgbClr val="A4161A"/>
                </a:solidFill>
                <a:latin typeface="Calibri"/>
              </a:defRPr>
            </a:pPr>
            <a:r>
              <a:t>•  [Honest limit: Seeded demo data &amp; demo accounts]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8095" y="169164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1691640"/>
            <a:ext cx="5212080" cy="502920"/>
          </a:xfrm>
          <a:prstGeom prst="rect">
            <a:avLst/>
          </a:prstGeom>
          <a:solidFill>
            <a:srgbClr val="FAFAFA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A4161A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University Microsoft Outlook SSO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Direct integration with central student records DB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Automated push &amp; SMS waitlist notifications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Automated department-wise OD reporting to faculty</a:t>
            </a:r>
          </a:p>
          <a:p>
            <a:pPr>
              <a:spcAft>
                <a:spcPts val="1000"/>
              </a:spcAft>
              <a:defRPr sz="1800">
                <a:solidFill>
                  <a:srgbClr val="171717"/>
                </a:solidFill>
                <a:latin typeface="Calibri"/>
              </a:defRPr>
            </a:pPr>
            <a:r>
              <a:t>•  Indoor multi-level digital twin navigation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532120"/>
            <a:ext cx="10728655" cy="731520"/>
          </a:xfrm>
          <a:prstGeom prst="rect">
            <a:avLst/>
          </a:prstGeom>
          <a:solidFill>
            <a:srgbClr val="FAFAFA"/>
          </a:solidFill>
          <a:ln w="19050">
            <a:solidFill>
              <a:srgbClr val="A416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2000" b="1">
                <a:solidFill>
                  <a:srgbClr val="A4161A"/>
                </a:solidFill>
                <a:latin typeface="Calibri"/>
              </a:defRPr>
            </a:pPr>
            <a:r>
              <a:t>Thank You  •  Questions?  •  Live Demo: [https://genesis-amrita.vercel.app]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